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08" r:id="rId2"/>
  </p:sldMasterIdLst>
  <p:notesMasterIdLst>
    <p:notesMasterId r:id="rId4"/>
  </p:notesMasterIdLst>
  <p:sldIdLst>
    <p:sldId id="258" r:id="rId3"/>
  </p:sldIdLst>
  <p:sldSz cx="30275213" cy="21383625"/>
  <p:notesSz cx="6858000" cy="9144000"/>
  <p:defaultTextStyle>
    <a:defPPr>
      <a:defRPr lang="en-US"/>
    </a:defPPr>
    <a:lvl1pPr marL="0" algn="l" defTabSz="247961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1pPr>
    <a:lvl2pPr marL="1239806" algn="l" defTabSz="247961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2pPr>
    <a:lvl3pPr marL="2479613" algn="l" defTabSz="247961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3pPr>
    <a:lvl4pPr marL="3719421" algn="l" defTabSz="247961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4pPr>
    <a:lvl5pPr marL="4959228" algn="l" defTabSz="247961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5pPr>
    <a:lvl6pPr marL="6199034" algn="l" defTabSz="247961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6pPr>
    <a:lvl7pPr marL="7438840" algn="l" defTabSz="247961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7pPr>
    <a:lvl8pPr marL="8678647" algn="l" defTabSz="247961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8pPr>
    <a:lvl9pPr marL="9918455" algn="l" defTabSz="247961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5">
          <p15:clr>
            <a:srgbClr val="A4A3A4"/>
          </p15:clr>
        </p15:guide>
        <p15:guide id="2" pos="95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 autoAdjust="0"/>
  </p:normalViewPr>
  <p:slideViewPr>
    <p:cSldViewPr snapToGrid="0">
      <p:cViewPr varScale="1">
        <p:scale>
          <a:sx n="37" d="100"/>
          <a:sy n="37" d="100"/>
        </p:scale>
        <p:origin x="1356" y="66"/>
      </p:cViewPr>
      <p:guideLst>
        <p:guide orient="horz" pos="6735"/>
        <p:guide pos="95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79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B571F-1465-4C24-8E56-068D39B3E44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A14626-DD49-4BC5-9763-812D0D1C7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570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4402" y="3506348"/>
            <a:ext cx="22706410" cy="7444669"/>
          </a:xfrm>
        </p:spPr>
        <p:txBody>
          <a:bodyPr anchor="b">
            <a:normAutofit/>
          </a:bodyPr>
          <a:lstStyle>
            <a:lvl1pPr algn="ctr">
              <a:defRPr sz="1986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7"/>
            <a:ext cx="22706410" cy="5162758"/>
          </a:xfrm>
        </p:spPr>
        <p:txBody>
          <a:bodyPr>
            <a:normAutofit/>
          </a:bodyPr>
          <a:lstStyle>
            <a:lvl1pPr marL="0" indent="0" algn="ctr">
              <a:buNone/>
              <a:defRPr sz="794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513721" indent="0" algn="ctr">
              <a:buNone/>
              <a:defRPr sz="9271"/>
            </a:lvl2pPr>
            <a:lvl3pPr marL="3027442" indent="0" algn="ctr">
              <a:buNone/>
              <a:defRPr sz="7947"/>
            </a:lvl3pPr>
            <a:lvl4pPr marL="4541163" indent="0" algn="ctr">
              <a:buNone/>
              <a:defRPr sz="6622"/>
            </a:lvl4pPr>
            <a:lvl5pPr marL="6054884" indent="0" algn="ctr">
              <a:buNone/>
              <a:defRPr sz="6622"/>
            </a:lvl5pPr>
            <a:lvl6pPr marL="7568605" indent="0" algn="ctr">
              <a:buNone/>
              <a:defRPr sz="6622"/>
            </a:lvl6pPr>
            <a:lvl7pPr marL="9082324" indent="0" algn="ctr">
              <a:buNone/>
              <a:defRPr sz="6622"/>
            </a:lvl7pPr>
            <a:lvl8pPr marL="10596045" indent="0" algn="ctr">
              <a:buNone/>
              <a:defRPr sz="6622"/>
            </a:lvl8pPr>
            <a:lvl9pPr marL="12109766" indent="0" algn="ctr">
              <a:buNone/>
              <a:defRPr sz="6622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67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382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5" y="5339435"/>
            <a:ext cx="26112372" cy="8890225"/>
          </a:xfrm>
        </p:spPr>
        <p:txBody>
          <a:bodyPr anchor="b">
            <a:normAutofit/>
          </a:bodyPr>
          <a:lstStyle>
            <a:lvl1pPr>
              <a:defRPr sz="19865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5" y="14195365"/>
            <a:ext cx="26112372" cy="4677667"/>
          </a:xfrm>
        </p:spPr>
        <p:txBody>
          <a:bodyPr anchor="t">
            <a:normAutofit/>
          </a:bodyPr>
          <a:lstStyle>
            <a:lvl1pPr marL="0" indent="0">
              <a:buNone/>
              <a:defRPr sz="794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513721" indent="0">
              <a:buNone/>
              <a:defRPr sz="5959">
                <a:solidFill>
                  <a:schemeClr val="tx1">
                    <a:tint val="75000"/>
                  </a:schemeClr>
                </a:solidFill>
              </a:defRPr>
            </a:lvl2pPr>
            <a:lvl3pPr marL="3027442" indent="0">
              <a:buNone/>
              <a:defRPr sz="5298">
                <a:solidFill>
                  <a:schemeClr val="tx1">
                    <a:tint val="75000"/>
                  </a:schemeClr>
                </a:solidFill>
              </a:defRPr>
            </a:lvl3pPr>
            <a:lvl4pPr marL="4541163" indent="0">
              <a:buNone/>
              <a:defRPr sz="4635">
                <a:solidFill>
                  <a:schemeClr val="tx1">
                    <a:tint val="75000"/>
                  </a:schemeClr>
                </a:solidFill>
              </a:defRPr>
            </a:lvl4pPr>
            <a:lvl5pPr marL="6054884" indent="0">
              <a:buNone/>
              <a:defRPr sz="4635">
                <a:solidFill>
                  <a:schemeClr val="tx1">
                    <a:tint val="75000"/>
                  </a:schemeClr>
                </a:solidFill>
              </a:defRPr>
            </a:lvl5pPr>
            <a:lvl6pPr marL="7568605" indent="0">
              <a:buNone/>
              <a:defRPr sz="4635">
                <a:solidFill>
                  <a:schemeClr val="tx1">
                    <a:tint val="75000"/>
                  </a:schemeClr>
                </a:solidFill>
              </a:defRPr>
            </a:lvl6pPr>
            <a:lvl7pPr marL="9082324" indent="0">
              <a:buNone/>
              <a:defRPr sz="4635">
                <a:solidFill>
                  <a:schemeClr val="tx1">
                    <a:tint val="75000"/>
                  </a:schemeClr>
                </a:solidFill>
              </a:defRPr>
            </a:lvl7pPr>
            <a:lvl8pPr marL="10596045" indent="0">
              <a:buNone/>
              <a:defRPr sz="4635">
                <a:solidFill>
                  <a:schemeClr val="tx1">
                    <a:tint val="75000"/>
                  </a:schemeClr>
                </a:solidFill>
              </a:defRPr>
            </a:lvl8pPr>
            <a:lvl9pPr marL="12109766" indent="0">
              <a:buNone/>
              <a:defRPr sz="46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9605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98622" y="5702302"/>
            <a:ext cx="12866966" cy="135677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7" y="5702302"/>
            <a:ext cx="12866966" cy="135677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66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8622" y="5244109"/>
            <a:ext cx="12803892" cy="2574576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7947" b="1"/>
            </a:lvl1pPr>
            <a:lvl2pPr marL="1513721" indent="0">
              <a:buNone/>
              <a:defRPr sz="6622" b="1"/>
            </a:lvl2pPr>
            <a:lvl3pPr marL="3027442" indent="0">
              <a:buNone/>
              <a:defRPr sz="5959" b="1"/>
            </a:lvl3pPr>
            <a:lvl4pPr marL="4541163" indent="0">
              <a:buNone/>
              <a:defRPr sz="5298" b="1"/>
            </a:lvl4pPr>
            <a:lvl5pPr marL="6054884" indent="0">
              <a:buNone/>
              <a:defRPr sz="5298" b="1"/>
            </a:lvl5pPr>
            <a:lvl6pPr marL="7568605" indent="0">
              <a:buNone/>
              <a:defRPr sz="5298" b="1"/>
            </a:lvl6pPr>
            <a:lvl7pPr marL="9082324" indent="0">
              <a:buNone/>
              <a:defRPr sz="5298" b="1"/>
            </a:lvl7pPr>
            <a:lvl8pPr marL="10596045" indent="0">
              <a:buNone/>
              <a:defRPr sz="5298" b="1"/>
            </a:lvl8pPr>
            <a:lvl9pPr marL="12109766" indent="0">
              <a:buNone/>
              <a:defRPr sz="529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8622" y="7818688"/>
            <a:ext cx="12803892" cy="114760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32" y="5244111"/>
            <a:ext cx="12866967" cy="257457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7947" b="1"/>
            </a:lvl1pPr>
            <a:lvl2pPr marL="1513721" indent="0">
              <a:buNone/>
              <a:defRPr sz="6622" b="1"/>
            </a:lvl2pPr>
            <a:lvl3pPr marL="3027442" indent="0">
              <a:buNone/>
              <a:defRPr sz="5959" b="1"/>
            </a:lvl3pPr>
            <a:lvl4pPr marL="4541163" indent="0">
              <a:buNone/>
              <a:defRPr sz="5298" b="1"/>
            </a:lvl4pPr>
            <a:lvl5pPr marL="6054884" indent="0">
              <a:buNone/>
              <a:defRPr sz="5298" b="1"/>
            </a:lvl5pPr>
            <a:lvl6pPr marL="7568605" indent="0">
              <a:buNone/>
              <a:defRPr sz="5298" b="1"/>
            </a:lvl6pPr>
            <a:lvl7pPr marL="9082324" indent="0">
              <a:buNone/>
              <a:defRPr sz="5298" b="1"/>
            </a:lvl7pPr>
            <a:lvl8pPr marL="10596045" indent="0">
              <a:buNone/>
              <a:defRPr sz="5298" b="1"/>
            </a:lvl8pPr>
            <a:lvl9pPr marL="12109766" indent="0">
              <a:buNone/>
              <a:defRPr sz="529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32" y="7818688"/>
            <a:ext cx="12866967" cy="114760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428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42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363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8989" y="1425577"/>
            <a:ext cx="9763756" cy="4989504"/>
          </a:xfrm>
        </p:spPr>
        <p:txBody>
          <a:bodyPr anchor="b">
            <a:normAutofit/>
          </a:bodyPr>
          <a:lstStyle>
            <a:lvl1pPr>
              <a:defRPr sz="10594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6966" y="3088746"/>
            <a:ext cx="15326826" cy="15206133"/>
          </a:xfrm>
        </p:spPr>
        <p:txBody>
          <a:bodyPr/>
          <a:lstStyle>
            <a:lvl1pPr>
              <a:defRPr sz="10594"/>
            </a:lvl1pPr>
            <a:lvl2pPr>
              <a:defRPr sz="9271"/>
            </a:lvl2pPr>
            <a:lvl3pPr>
              <a:defRPr sz="7947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8989" y="6415086"/>
            <a:ext cx="9763756" cy="11879794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5298"/>
            </a:lvl1pPr>
            <a:lvl2pPr marL="1513721" indent="0">
              <a:buNone/>
              <a:defRPr sz="3973"/>
            </a:lvl2pPr>
            <a:lvl3pPr marL="3027442" indent="0">
              <a:buNone/>
              <a:defRPr sz="3312"/>
            </a:lvl3pPr>
            <a:lvl4pPr marL="4541163" indent="0">
              <a:buNone/>
              <a:defRPr sz="2980"/>
            </a:lvl4pPr>
            <a:lvl5pPr marL="6054884" indent="0">
              <a:buNone/>
              <a:defRPr sz="2980"/>
            </a:lvl5pPr>
            <a:lvl6pPr marL="7568605" indent="0">
              <a:buNone/>
              <a:defRPr sz="2980"/>
            </a:lvl6pPr>
            <a:lvl7pPr marL="9082324" indent="0">
              <a:buNone/>
              <a:defRPr sz="2980"/>
            </a:lvl7pPr>
            <a:lvl8pPr marL="10596045" indent="0">
              <a:buNone/>
              <a:defRPr sz="2980"/>
            </a:lvl8pPr>
            <a:lvl9pPr marL="12109766" indent="0">
              <a:buNone/>
              <a:defRPr sz="298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110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8989" y="1425575"/>
            <a:ext cx="9763756" cy="4989512"/>
          </a:xfrm>
        </p:spPr>
        <p:txBody>
          <a:bodyPr anchor="b">
            <a:normAutofit/>
          </a:bodyPr>
          <a:lstStyle>
            <a:lvl1pPr>
              <a:defRPr sz="10594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866966" y="3088746"/>
            <a:ext cx="15326826" cy="15206133"/>
          </a:xfrm>
        </p:spPr>
        <p:txBody>
          <a:bodyPr/>
          <a:lstStyle>
            <a:lvl1pPr marL="0" indent="0">
              <a:buNone/>
              <a:defRPr sz="10594"/>
            </a:lvl1pPr>
            <a:lvl2pPr marL="1513721" indent="0">
              <a:buNone/>
              <a:defRPr sz="9271"/>
            </a:lvl2pPr>
            <a:lvl3pPr marL="3027442" indent="0">
              <a:buNone/>
              <a:defRPr sz="7947"/>
            </a:lvl3pPr>
            <a:lvl4pPr marL="4541163" indent="0">
              <a:buNone/>
              <a:defRPr sz="6622"/>
            </a:lvl4pPr>
            <a:lvl5pPr marL="6054884" indent="0">
              <a:buNone/>
              <a:defRPr sz="6622"/>
            </a:lvl5pPr>
            <a:lvl6pPr marL="7568605" indent="0">
              <a:buNone/>
              <a:defRPr sz="6622"/>
            </a:lvl6pPr>
            <a:lvl7pPr marL="9082324" indent="0">
              <a:buNone/>
              <a:defRPr sz="6622"/>
            </a:lvl7pPr>
            <a:lvl8pPr marL="10596045" indent="0">
              <a:buNone/>
              <a:defRPr sz="6622"/>
            </a:lvl8pPr>
            <a:lvl9pPr marL="12109766" indent="0">
              <a:buNone/>
              <a:defRPr sz="6622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8989" y="6415088"/>
            <a:ext cx="9763756" cy="1187979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5298"/>
            </a:lvl1pPr>
            <a:lvl2pPr marL="1513721" indent="0">
              <a:buNone/>
              <a:defRPr sz="3973"/>
            </a:lvl2pPr>
            <a:lvl3pPr marL="3027442" indent="0">
              <a:buNone/>
              <a:defRPr sz="3312"/>
            </a:lvl3pPr>
            <a:lvl4pPr marL="4541163" indent="0">
              <a:buNone/>
              <a:defRPr sz="2980"/>
            </a:lvl4pPr>
            <a:lvl5pPr marL="6054884" indent="0">
              <a:buNone/>
              <a:defRPr sz="2980"/>
            </a:lvl5pPr>
            <a:lvl6pPr marL="7568605" indent="0">
              <a:buNone/>
              <a:defRPr sz="2980"/>
            </a:lvl6pPr>
            <a:lvl7pPr marL="9082324" indent="0">
              <a:buNone/>
              <a:defRPr sz="2980"/>
            </a:lvl7pPr>
            <a:lvl8pPr marL="10596045" indent="0">
              <a:buNone/>
              <a:defRPr sz="2980"/>
            </a:lvl8pPr>
            <a:lvl9pPr marL="12109766" indent="0">
              <a:buNone/>
              <a:defRPr sz="298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416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5557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2" y="1123636"/>
            <a:ext cx="6528093" cy="1812163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6" y="1123629"/>
            <a:ext cx="19205838" cy="1812163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36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70641" y="6642791"/>
            <a:ext cx="25733931" cy="458362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541282" y="12117388"/>
            <a:ext cx="21192649" cy="546470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475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950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4257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9010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3763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851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3268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8021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91533" y="13740960"/>
            <a:ext cx="25733931" cy="4247026"/>
          </a:xfrm>
        </p:spPr>
        <p:txBody>
          <a:bodyPr anchor="t"/>
          <a:lstStyle>
            <a:lvl1pPr algn="l">
              <a:defRPr sz="129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391533" y="9063294"/>
            <a:ext cx="25733931" cy="4677666"/>
          </a:xfrm>
        </p:spPr>
        <p:txBody>
          <a:bodyPr anchor="b"/>
          <a:lstStyle>
            <a:lvl1pPr marL="0" indent="0">
              <a:buNone/>
              <a:defRPr sz="6500">
                <a:solidFill>
                  <a:schemeClr val="tx1">
                    <a:tint val="75000"/>
                  </a:schemeClr>
                </a:solidFill>
              </a:defRPr>
            </a:lvl1pPr>
            <a:lvl2pPr marL="1475262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2pPr>
            <a:lvl3pPr marL="2950530" indent="0">
              <a:buNone/>
              <a:defRPr sz="5200">
                <a:solidFill>
                  <a:schemeClr val="tx1">
                    <a:tint val="75000"/>
                  </a:schemeClr>
                </a:solidFill>
              </a:defRPr>
            </a:lvl3pPr>
            <a:lvl4pPr marL="4425791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4pPr>
            <a:lvl5pPr marL="5901059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5pPr>
            <a:lvl6pPr marL="7376321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6pPr>
            <a:lvl7pPr marL="8851589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7pPr>
            <a:lvl8pPr marL="10326850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8pPr>
            <a:lvl9pPr marL="11802118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5014332" y="15557580"/>
            <a:ext cx="44850417" cy="44004728"/>
          </a:xfrm>
        </p:spPr>
        <p:txBody>
          <a:bodyPr/>
          <a:lstStyle>
            <a:lvl1pPr>
              <a:defRPr sz="9000"/>
            </a:lvl1pPr>
            <a:lvl2pPr>
              <a:defRPr sz="7700"/>
            </a:lvl2pPr>
            <a:lvl3pPr>
              <a:defRPr sz="6500"/>
            </a:lvl3pPr>
            <a:lvl4pPr>
              <a:defRPr sz="5800"/>
            </a:lvl4pPr>
            <a:lvl5pPr>
              <a:defRPr sz="5800"/>
            </a:lvl5pPr>
            <a:lvl6pPr>
              <a:defRPr sz="5800"/>
            </a:lvl6pPr>
            <a:lvl7pPr>
              <a:defRPr sz="5800"/>
            </a:lvl7pPr>
            <a:lvl8pPr>
              <a:defRPr sz="5800"/>
            </a:lvl8pPr>
            <a:lvl9pPr>
              <a:defRPr sz="5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369345" y="15557580"/>
            <a:ext cx="44855671" cy="44004728"/>
          </a:xfrm>
        </p:spPr>
        <p:txBody>
          <a:bodyPr/>
          <a:lstStyle>
            <a:lvl1pPr>
              <a:defRPr sz="9000"/>
            </a:lvl1pPr>
            <a:lvl2pPr>
              <a:defRPr sz="7700"/>
            </a:lvl2pPr>
            <a:lvl3pPr>
              <a:defRPr sz="6500"/>
            </a:lvl3pPr>
            <a:lvl4pPr>
              <a:defRPr sz="5800"/>
            </a:lvl4pPr>
            <a:lvl5pPr>
              <a:defRPr sz="5800"/>
            </a:lvl5pPr>
            <a:lvl6pPr>
              <a:defRPr sz="5800"/>
            </a:lvl6pPr>
            <a:lvl7pPr>
              <a:defRPr sz="5800"/>
            </a:lvl7pPr>
            <a:lvl8pPr>
              <a:defRPr sz="5800"/>
            </a:lvl8pPr>
            <a:lvl9pPr>
              <a:defRPr sz="5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3761" y="856336"/>
            <a:ext cx="27247692" cy="3563938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513761" y="4786568"/>
            <a:ext cx="13376810" cy="1994813"/>
          </a:xfrm>
        </p:spPr>
        <p:txBody>
          <a:bodyPr anchor="b"/>
          <a:lstStyle>
            <a:lvl1pPr marL="0" indent="0">
              <a:buNone/>
              <a:defRPr sz="7700" b="1"/>
            </a:lvl1pPr>
            <a:lvl2pPr marL="1475262" indent="0">
              <a:buNone/>
              <a:defRPr sz="6500" b="1"/>
            </a:lvl2pPr>
            <a:lvl3pPr marL="2950530" indent="0">
              <a:buNone/>
              <a:defRPr sz="5800" b="1"/>
            </a:lvl3pPr>
            <a:lvl4pPr marL="4425791" indent="0">
              <a:buNone/>
              <a:defRPr sz="5200" b="1"/>
            </a:lvl4pPr>
            <a:lvl5pPr marL="5901059" indent="0">
              <a:buNone/>
              <a:defRPr sz="5200" b="1"/>
            </a:lvl5pPr>
            <a:lvl6pPr marL="7376321" indent="0">
              <a:buNone/>
              <a:defRPr sz="5200" b="1"/>
            </a:lvl6pPr>
            <a:lvl7pPr marL="8851589" indent="0">
              <a:buNone/>
              <a:defRPr sz="5200" b="1"/>
            </a:lvl7pPr>
            <a:lvl8pPr marL="10326850" indent="0">
              <a:buNone/>
              <a:defRPr sz="5200" b="1"/>
            </a:lvl8pPr>
            <a:lvl9pPr marL="11802118" indent="0">
              <a:buNone/>
              <a:defRPr sz="5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1513761" y="6781381"/>
            <a:ext cx="13376810" cy="12320336"/>
          </a:xfrm>
        </p:spPr>
        <p:txBody>
          <a:bodyPr/>
          <a:lstStyle>
            <a:lvl1pPr>
              <a:defRPr sz="7700"/>
            </a:lvl1pPr>
            <a:lvl2pPr>
              <a:defRPr sz="6500"/>
            </a:lvl2pPr>
            <a:lvl3pPr>
              <a:defRPr sz="5800"/>
            </a:lvl3pPr>
            <a:lvl4pPr>
              <a:defRPr sz="5200"/>
            </a:lvl4pPr>
            <a:lvl5pPr>
              <a:defRPr sz="5200"/>
            </a:lvl5pPr>
            <a:lvl6pPr>
              <a:defRPr sz="5200"/>
            </a:lvl6pPr>
            <a:lvl7pPr>
              <a:defRPr sz="5200"/>
            </a:lvl7pPr>
            <a:lvl8pPr>
              <a:defRPr sz="5200"/>
            </a:lvl8pPr>
            <a:lvl9pPr>
              <a:defRPr sz="5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15379396" y="4786568"/>
            <a:ext cx="13382065" cy="1994813"/>
          </a:xfrm>
        </p:spPr>
        <p:txBody>
          <a:bodyPr anchor="b"/>
          <a:lstStyle>
            <a:lvl1pPr marL="0" indent="0">
              <a:buNone/>
              <a:defRPr sz="7700" b="1"/>
            </a:lvl1pPr>
            <a:lvl2pPr marL="1475262" indent="0">
              <a:buNone/>
              <a:defRPr sz="6500" b="1"/>
            </a:lvl2pPr>
            <a:lvl3pPr marL="2950530" indent="0">
              <a:buNone/>
              <a:defRPr sz="5800" b="1"/>
            </a:lvl3pPr>
            <a:lvl4pPr marL="4425791" indent="0">
              <a:buNone/>
              <a:defRPr sz="5200" b="1"/>
            </a:lvl4pPr>
            <a:lvl5pPr marL="5901059" indent="0">
              <a:buNone/>
              <a:defRPr sz="5200" b="1"/>
            </a:lvl5pPr>
            <a:lvl6pPr marL="7376321" indent="0">
              <a:buNone/>
              <a:defRPr sz="5200" b="1"/>
            </a:lvl6pPr>
            <a:lvl7pPr marL="8851589" indent="0">
              <a:buNone/>
              <a:defRPr sz="5200" b="1"/>
            </a:lvl7pPr>
            <a:lvl8pPr marL="10326850" indent="0">
              <a:buNone/>
              <a:defRPr sz="5200" b="1"/>
            </a:lvl8pPr>
            <a:lvl9pPr marL="11802118" indent="0">
              <a:buNone/>
              <a:defRPr sz="5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15379396" y="6781381"/>
            <a:ext cx="13382065" cy="12320336"/>
          </a:xfrm>
        </p:spPr>
        <p:txBody>
          <a:bodyPr/>
          <a:lstStyle>
            <a:lvl1pPr>
              <a:defRPr sz="7700"/>
            </a:lvl1pPr>
            <a:lvl2pPr>
              <a:defRPr sz="6500"/>
            </a:lvl2pPr>
            <a:lvl3pPr>
              <a:defRPr sz="5800"/>
            </a:lvl3pPr>
            <a:lvl4pPr>
              <a:defRPr sz="5200"/>
            </a:lvl4pPr>
            <a:lvl5pPr>
              <a:defRPr sz="5200"/>
            </a:lvl5pPr>
            <a:lvl6pPr>
              <a:defRPr sz="5200"/>
            </a:lvl6pPr>
            <a:lvl7pPr>
              <a:defRPr sz="5200"/>
            </a:lvl7pPr>
            <a:lvl8pPr>
              <a:defRPr sz="5200"/>
            </a:lvl8pPr>
            <a:lvl9pPr>
              <a:defRPr sz="5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3769" y="851385"/>
            <a:ext cx="9960336" cy="3623336"/>
          </a:xfrm>
        </p:spPr>
        <p:txBody>
          <a:bodyPr anchor="b"/>
          <a:lstStyle>
            <a:lvl1pPr algn="l">
              <a:defRPr sz="65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836767" y="851386"/>
            <a:ext cx="16924685" cy="18250332"/>
          </a:xfrm>
        </p:spPr>
        <p:txBody>
          <a:bodyPr/>
          <a:lstStyle>
            <a:lvl1pPr>
              <a:defRPr sz="10300"/>
            </a:lvl1pPr>
            <a:lvl2pPr>
              <a:defRPr sz="9000"/>
            </a:lvl2pPr>
            <a:lvl3pPr>
              <a:defRPr sz="7700"/>
            </a:lvl3pPr>
            <a:lvl4pPr>
              <a:defRPr sz="6500"/>
            </a:lvl4pPr>
            <a:lvl5pPr>
              <a:defRPr sz="6500"/>
            </a:lvl5pPr>
            <a:lvl6pPr>
              <a:defRPr sz="6500"/>
            </a:lvl6pPr>
            <a:lvl7pPr>
              <a:defRPr sz="6500"/>
            </a:lvl7pPr>
            <a:lvl8pPr>
              <a:defRPr sz="6500"/>
            </a:lvl8pPr>
            <a:lvl9pPr>
              <a:defRPr sz="65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513769" y="4474729"/>
            <a:ext cx="9960336" cy="14626995"/>
          </a:xfrm>
        </p:spPr>
        <p:txBody>
          <a:bodyPr/>
          <a:lstStyle>
            <a:lvl1pPr marL="0" indent="0">
              <a:buNone/>
              <a:defRPr sz="4500"/>
            </a:lvl1pPr>
            <a:lvl2pPr marL="1475262" indent="0">
              <a:buNone/>
              <a:defRPr sz="3900"/>
            </a:lvl2pPr>
            <a:lvl3pPr marL="2950530" indent="0">
              <a:buNone/>
              <a:defRPr sz="3200"/>
            </a:lvl3pPr>
            <a:lvl4pPr marL="4425791" indent="0">
              <a:buNone/>
              <a:defRPr sz="2900"/>
            </a:lvl4pPr>
            <a:lvl5pPr marL="5901059" indent="0">
              <a:buNone/>
              <a:defRPr sz="2900"/>
            </a:lvl5pPr>
            <a:lvl6pPr marL="7376321" indent="0">
              <a:buNone/>
              <a:defRPr sz="2900"/>
            </a:lvl6pPr>
            <a:lvl7pPr marL="8851589" indent="0">
              <a:buNone/>
              <a:defRPr sz="2900"/>
            </a:lvl7pPr>
            <a:lvl8pPr marL="10326850" indent="0">
              <a:buNone/>
              <a:defRPr sz="2900"/>
            </a:lvl8pPr>
            <a:lvl9pPr marL="11802118" indent="0">
              <a:buNone/>
              <a:defRPr sz="2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34154" y="14968537"/>
            <a:ext cx="18165128" cy="1767121"/>
          </a:xfrm>
        </p:spPr>
        <p:txBody>
          <a:bodyPr anchor="b"/>
          <a:lstStyle>
            <a:lvl1pPr algn="l">
              <a:defRPr sz="65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934154" y="1910666"/>
            <a:ext cx="18165128" cy="12830175"/>
          </a:xfrm>
        </p:spPr>
        <p:txBody>
          <a:bodyPr/>
          <a:lstStyle>
            <a:lvl1pPr marL="0" indent="0">
              <a:buNone/>
              <a:defRPr sz="10300"/>
            </a:lvl1pPr>
            <a:lvl2pPr marL="1475262" indent="0">
              <a:buNone/>
              <a:defRPr sz="9000"/>
            </a:lvl2pPr>
            <a:lvl3pPr marL="2950530" indent="0">
              <a:buNone/>
              <a:defRPr sz="7700"/>
            </a:lvl3pPr>
            <a:lvl4pPr marL="4425791" indent="0">
              <a:buNone/>
              <a:defRPr sz="6500"/>
            </a:lvl4pPr>
            <a:lvl5pPr marL="5901059" indent="0">
              <a:buNone/>
              <a:defRPr sz="6500"/>
            </a:lvl5pPr>
            <a:lvl6pPr marL="7376321" indent="0">
              <a:buNone/>
              <a:defRPr sz="6500"/>
            </a:lvl6pPr>
            <a:lvl7pPr marL="8851589" indent="0">
              <a:buNone/>
              <a:defRPr sz="6500"/>
            </a:lvl7pPr>
            <a:lvl8pPr marL="10326850" indent="0">
              <a:buNone/>
              <a:defRPr sz="6500"/>
            </a:lvl8pPr>
            <a:lvl9pPr marL="11802118" indent="0">
              <a:buNone/>
              <a:defRPr sz="6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934154" y="16735658"/>
            <a:ext cx="18165128" cy="2509604"/>
          </a:xfrm>
        </p:spPr>
        <p:txBody>
          <a:bodyPr/>
          <a:lstStyle>
            <a:lvl1pPr marL="0" indent="0">
              <a:buNone/>
              <a:defRPr sz="4500"/>
            </a:lvl1pPr>
            <a:lvl2pPr marL="1475262" indent="0">
              <a:buNone/>
              <a:defRPr sz="3900"/>
            </a:lvl2pPr>
            <a:lvl3pPr marL="2950530" indent="0">
              <a:buNone/>
              <a:defRPr sz="3200"/>
            </a:lvl3pPr>
            <a:lvl4pPr marL="4425791" indent="0">
              <a:buNone/>
              <a:defRPr sz="2900"/>
            </a:lvl4pPr>
            <a:lvl5pPr marL="5901059" indent="0">
              <a:buNone/>
              <a:defRPr sz="2900"/>
            </a:lvl5pPr>
            <a:lvl6pPr marL="7376321" indent="0">
              <a:buNone/>
              <a:defRPr sz="2900"/>
            </a:lvl6pPr>
            <a:lvl7pPr marL="8851589" indent="0">
              <a:buNone/>
              <a:defRPr sz="2900"/>
            </a:lvl7pPr>
            <a:lvl8pPr marL="10326850" indent="0">
              <a:buNone/>
              <a:defRPr sz="2900"/>
            </a:lvl8pPr>
            <a:lvl9pPr marL="11802118" indent="0">
              <a:buNone/>
              <a:defRPr sz="2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2676283" y="2668006"/>
            <a:ext cx="22548726" cy="5689430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5014332" y="2668006"/>
            <a:ext cx="67157362" cy="5689430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98622" y="1140461"/>
            <a:ext cx="26112372" cy="4133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8622" y="5702302"/>
            <a:ext cx="26112372" cy="135677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60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4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60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4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99070" y="19819460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6374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027442" rtl="0" eaLnBrk="1" latinLnBrk="0" hangingPunct="1">
        <a:lnSpc>
          <a:spcPct val="90000"/>
        </a:lnSpc>
        <a:spcBef>
          <a:spcPct val="0"/>
        </a:spcBef>
        <a:buNone/>
        <a:defRPr sz="1456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60" indent="-756860" algn="l" defTabSz="3027442" rtl="0" eaLnBrk="1" latinLnBrk="0" hangingPunct="1">
        <a:lnSpc>
          <a:spcPct val="90000"/>
        </a:lnSpc>
        <a:spcBef>
          <a:spcPts val="3312"/>
        </a:spcBef>
        <a:buFont typeface="Wingdings 2" pitchFamily="18" charset="2"/>
        <a:buChar char="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581" indent="-756860" algn="l" defTabSz="3027442" rtl="0" eaLnBrk="1" latinLnBrk="0" hangingPunct="1">
        <a:lnSpc>
          <a:spcPct val="90000"/>
        </a:lnSpc>
        <a:spcBef>
          <a:spcPts val="1655"/>
        </a:spcBef>
        <a:buFont typeface="Wingdings 2" pitchFamily="18" charset="2"/>
        <a:buChar char=""/>
        <a:defRPr sz="7947" kern="1200">
          <a:solidFill>
            <a:schemeClr val="tx1"/>
          </a:solidFill>
          <a:latin typeface="+mn-lt"/>
          <a:ea typeface="+mn-ea"/>
          <a:cs typeface="+mn-cs"/>
        </a:defRPr>
      </a:lvl2pPr>
      <a:lvl3pPr marL="3784302" indent="-756860" algn="l" defTabSz="3027442" rtl="0" eaLnBrk="1" latinLnBrk="0" hangingPunct="1">
        <a:lnSpc>
          <a:spcPct val="90000"/>
        </a:lnSpc>
        <a:spcBef>
          <a:spcPts val="1655"/>
        </a:spcBef>
        <a:buFont typeface="Wingdings 2" pitchFamily="18" charset="2"/>
        <a:buChar char="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023" indent="-756860" algn="l" defTabSz="3027442" rtl="0" eaLnBrk="1" latinLnBrk="0" hangingPunct="1">
        <a:lnSpc>
          <a:spcPct val="90000"/>
        </a:lnSpc>
        <a:spcBef>
          <a:spcPts val="1655"/>
        </a:spcBef>
        <a:buFont typeface="Wingdings 2" pitchFamily="18" charset="2"/>
        <a:buChar char=""/>
        <a:defRPr sz="5959" kern="1200">
          <a:solidFill>
            <a:schemeClr val="tx1"/>
          </a:solidFill>
          <a:latin typeface="+mn-lt"/>
          <a:ea typeface="+mn-ea"/>
          <a:cs typeface="+mn-cs"/>
        </a:defRPr>
      </a:lvl4pPr>
      <a:lvl5pPr marL="6811744" indent="-756860" algn="l" defTabSz="3027442" rtl="0" eaLnBrk="1" latinLnBrk="0" hangingPunct="1">
        <a:lnSpc>
          <a:spcPct val="90000"/>
        </a:lnSpc>
        <a:spcBef>
          <a:spcPts val="1655"/>
        </a:spcBef>
        <a:buFont typeface="Wingdings 2" pitchFamily="18" charset="2"/>
        <a:buChar char=""/>
        <a:defRPr sz="5959" kern="1200">
          <a:solidFill>
            <a:schemeClr val="tx1"/>
          </a:solidFill>
          <a:latin typeface="+mn-lt"/>
          <a:ea typeface="+mn-ea"/>
          <a:cs typeface="+mn-cs"/>
        </a:defRPr>
      </a:lvl5pPr>
      <a:lvl6pPr marL="8325465" indent="-756860" algn="l" defTabSz="3027442" rtl="0" eaLnBrk="1" latinLnBrk="0" hangingPunct="1">
        <a:spcBef>
          <a:spcPct val="20000"/>
        </a:spcBef>
        <a:buFont typeface="Wingdings 2" pitchFamily="18" charset="2"/>
        <a:buChar char=""/>
        <a:defRPr sz="5959" kern="1200">
          <a:solidFill>
            <a:schemeClr val="tx1"/>
          </a:solidFill>
          <a:latin typeface="+mn-lt"/>
          <a:ea typeface="+mn-ea"/>
          <a:cs typeface="+mn-cs"/>
        </a:defRPr>
      </a:lvl6pPr>
      <a:lvl7pPr marL="9839186" indent="-756860" algn="l" defTabSz="3027442" rtl="0" eaLnBrk="1" latinLnBrk="0" hangingPunct="1">
        <a:spcBef>
          <a:spcPct val="20000"/>
        </a:spcBef>
        <a:buFont typeface="Wingdings 2" pitchFamily="18" charset="2"/>
        <a:buChar char=""/>
        <a:defRPr sz="5959" kern="1200">
          <a:solidFill>
            <a:schemeClr val="tx1"/>
          </a:solidFill>
          <a:latin typeface="+mn-lt"/>
          <a:ea typeface="+mn-ea"/>
          <a:cs typeface="+mn-cs"/>
        </a:defRPr>
      </a:lvl7pPr>
      <a:lvl8pPr marL="11352907" indent="-756860" algn="l" defTabSz="3027442" rtl="0" eaLnBrk="1" latinLnBrk="0" hangingPunct="1">
        <a:spcBef>
          <a:spcPct val="20000"/>
        </a:spcBef>
        <a:buFont typeface="Wingdings 2" pitchFamily="18" charset="2"/>
        <a:buChar char=""/>
        <a:defRPr sz="5959" kern="1200">
          <a:solidFill>
            <a:schemeClr val="tx1"/>
          </a:solidFill>
          <a:latin typeface="+mn-lt"/>
          <a:ea typeface="+mn-ea"/>
          <a:cs typeface="+mn-cs"/>
        </a:defRPr>
      </a:lvl8pPr>
      <a:lvl9pPr marL="12866628" indent="-756860" algn="l" defTabSz="3027442" rtl="0" eaLnBrk="1" latinLnBrk="0" hangingPunct="1">
        <a:spcBef>
          <a:spcPct val="20000"/>
        </a:spcBef>
        <a:buFont typeface="Wingdings 2" pitchFamily="18" charset="2"/>
        <a:buChar char=""/>
        <a:defRPr sz="59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42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1pPr>
      <a:lvl2pPr marL="1513721" algn="l" defTabSz="3027442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2pPr>
      <a:lvl3pPr marL="3027442" algn="l" defTabSz="3027442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3pPr>
      <a:lvl4pPr marL="4541163" algn="l" defTabSz="3027442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4pPr>
      <a:lvl5pPr marL="6054884" algn="l" defTabSz="3027442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5pPr>
      <a:lvl6pPr marL="7568605" algn="l" defTabSz="3027442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6pPr>
      <a:lvl7pPr marL="9082324" algn="l" defTabSz="3027442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7pPr>
      <a:lvl8pPr marL="10596045" algn="l" defTabSz="3027442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8pPr>
      <a:lvl9pPr marL="12109766" algn="l" defTabSz="3027442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3761" y="856336"/>
            <a:ext cx="27247692" cy="3563938"/>
          </a:xfrm>
          <a:prstGeom prst="rect">
            <a:avLst/>
          </a:prstGeom>
        </p:spPr>
        <p:txBody>
          <a:bodyPr vert="horz" lIns="295051" tIns="147529" rIns="295051" bIns="147529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513761" y="4989514"/>
            <a:ext cx="27247692" cy="14112204"/>
          </a:xfrm>
          <a:prstGeom prst="rect">
            <a:avLst/>
          </a:prstGeom>
        </p:spPr>
        <p:txBody>
          <a:bodyPr vert="horz" lIns="295051" tIns="147529" rIns="295051" bIns="147529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513761" y="19819454"/>
            <a:ext cx="7064216" cy="1138480"/>
          </a:xfrm>
          <a:prstGeom prst="rect">
            <a:avLst/>
          </a:prstGeom>
        </p:spPr>
        <p:txBody>
          <a:bodyPr vert="horz" lIns="295051" tIns="147529" rIns="295051" bIns="147529" rtlCol="0" anchor="ctr"/>
          <a:lstStyle>
            <a:lvl1pPr algn="l">
              <a:defRPr sz="3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7592E-0C21-4F4D-BDD6-4B8FDF93DDFF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0344031" y="19819454"/>
            <a:ext cx="9587151" cy="1138480"/>
          </a:xfrm>
          <a:prstGeom prst="rect">
            <a:avLst/>
          </a:prstGeom>
        </p:spPr>
        <p:txBody>
          <a:bodyPr vert="horz" lIns="295051" tIns="147529" rIns="295051" bIns="147529" rtlCol="0" anchor="ctr"/>
          <a:lstStyle>
            <a:lvl1pPr algn="ctr">
              <a:defRPr sz="3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1697236" y="19819454"/>
            <a:ext cx="7064216" cy="1138480"/>
          </a:xfrm>
          <a:prstGeom prst="rect">
            <a:avLst/>
          </a:prstGeom>
        </p:spPr>
        <p:txBody>
          <a:bodyPr vert="horz" lIns="295051" tIns="147529" rIns="295051" bIns="147529" rtlCol="0" anchor="ctr"/>
          <a:lstStyle>
            <a:lvl1pPr algn="r">
              <a:defRPr sz="3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21700-1C30-4453-8A03-7959DE8B908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2950530" rtl="0" eaLnBrk="1" latinLnBrk="0" hangingPunct="1">
        <a:spcBef>
          <a:spcPct val="0"/>
        </a:spcBef>
        <a:buNone/>
        <a:defRPr sz="1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06446" indent="-1106446" algn="l" defTabSz="2950530" rtl="0" eaLnBrk="1" latinLnBrk="0" hangingPunct="1">
        <a:spcBef>
          <a:spcPct val="20000"/>
        </a:spcBef>
        <a:buFont typeface="Arial" pitchFamily="34" charset="0"/>
        <a:buChar char="•"/>
        <a:defRPr sz="10300" kern="1200">
          <a:solidFill>
            <a:schemeClr val="tx1"/>
          </a:solidFill>
          <a:latin typeface="+mn-lt"/>
          <a:ea typeface="+mn-ea"/>
          <a:cs typeface="+mn-cs"/>
        </a:defRPr>
      </a:lvl1pPr>
      <a:lvl2pPr marL="2397307" indent="-922038" algn="l" defTabSz="2950530" rtl="0" eaLnBrk="1" latinLnBrk="0" hangingPunct="1">
        <a:spcBef>
          <a:spcPct val="20000"/>
        </a:spcBef>
        <a:buFont typeface="Arial" pitchFamily="34" charset="0"/>
        <a:buChar char="–"/>
        <a:defRPr sz="9000" kern="1200">
          <a:solidFill>
            <a:schemeClr val="tx1"/>
          </a:solidFill>
          <a:latin typeface="+mn-lt"/>
          <a:ea typeface="+mn-ea"/>
          <a:cs typeface="+mn-cs"/>
        </a:defRPr>
      </a:lvl2pPr>
      <a:lvl3pPr marL="3688160" indent="-737631" algn="l" defTabSz="2950530" rtl="0" eaLnBrk="1" latinLnBrk="0" hangingPunct="1">
        <a:spcBef>
          <a:spcPct val="20000"/>
        </a:spcBef>
        <a:buFont typeface="Arial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3pPr>
      <a:lvl4pPr marL="5163428" indent="-737631" algn="l" defTabSz="2950530" rtl="0" eaLnBrk="1" latinLnBrk="0" hangingPunct="1">
        <a:spcBef>
          <a:spcPct val="20000"/>
        </a:spcBef>
        <a:buFont typeface="Arial" pitchFamily="34" charset="0"/>
        <a:buChar char="–"/>
        <a:defRPr sz="6500" kern="1200">
          <a:solidFill>
            <a:schemeClr val="tx1"/>
          </a:solidFill>
          <a:latin typeface="+mn-lt"/>
          <a:ea typeface="+mn-ea"/>
          <a:cs typeface="+mn-cs"/>
        </a:defRPr>
      </a:lvl4pPr>
      <a:lvl5pPr marL="6638690" indent="-737631" algn="l" defTabSz="2950530" rtl="0" eaLnBrk="1" latinLnBrk="0" hangingPunct="1">
        <a:spcBef>
          <a:spcPct val="20000"/>
        </a:spcBef>
        <a:buFont typeface="Arial" pitchFamily="34" charset="0"/>
        <a:buChar char="»"/>
        <a:defRPr sz="6500" kern="1200">
          <a:solidFill>
            <a:schemeClr val="tx1"/>
          </a:solidFill>
          <a:latin typeface="+mn-lt"/>
          <a:ea typeface="+mn-ea"/>
          <a:cs typeface="+mn-cs"/>
        </a:defRPr>
      </a:lvl5pPr>
      <a:lvl6pPr marL="8113958" indent="-737631" algn="l" defTabSz="2950530" rtl="0" eaLnBrk="1" latinLnBrk="0" hangingPunct="1">
        <a:spcBef>
          <a:spcPct val="20000"/>
        </a:spcBef>
        <a:buFont typeface="Arial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6pPr>
      <a:lvl7pPr marL="9589220" indent="-737631" algn="l" defTabSz="2950530" rtl="0" eaLnBrk="1" latinLnBrk="0" hangingPunct="1">
        <a:spcBef>
          <a:spcPct val="20000"/>
        </a:spcBef>
        <a:buFont typeface="Arial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7pPr>
      <a:lvl8pPr marL="11064488" indent="-737631" algn="l" defTabSz="2950530" rtl="0" eaLnBrk="1" latinLnBrk="0" hangingPunct="1">
        <a:spcBef>
          <a:spcPct val="20000"/>
        </a:spcBef>
        <a:buFont typeface="Arial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8pPr>
      <a:lvl9pPr marL="12539749" indent="-737631" algn="l" defTabSz="2950530" rtl="0" eaLnBrk="1" latinLnBrk="0" hangingPunct="1">
        <a:spcBef>
          <a:spcPct val="20000"/>
        </a:spcBef>
        <a:buFont typeface="Arial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2950530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1pPr>
      <a:lvl2pPr marL="1475262" algn="l" defTabSz="2950530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2pPr>
      <a:lvl3pPr marL="2950530" algn="l" defTabSz="2950530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3pPr>
      <a:lvl4pPr marL="4425791" algn="l" defTabSz="2950530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4pPr>
      <a:lvl5pPr marL="5901059" algn="l" defTabSz="2950530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5pPr>
      <a:lvl6pPr marL="7376321" algn="l" defTabSz="2950530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6pPr>
      <a:lvl7pPr marL="8851589" algn="l" defTabSz="2950530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7pPr>
      <a:lvl8pPr marL="10326850" algn="l" defTabSz="2950530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8pPr>
      <a:lvl9pPr marL="11802118" algn="l" defTabSz="2950530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i2.appinventor.mit.edu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ru.freepik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2">
            <a:extLst>
              <a:ext uri="{FF2B5EF4-FFF2-40B4-BE49-F238E27FC236}">
                <a16:creationId xmlns:a16="http://schemas.microsoft.com/office/drawing/2014/main" id="{3EE68883-82DA-46FF-9B23-5441C1D26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1844" y="-539042"/>
            <a:ext cx="19315962" cy="1923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7137" tIns="342842" rIns="137137" bIns="342842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80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multilibrary</a:t>
            </a:r>
            <a:endParaRPr lang="en-US" sz="8000" b="1" dirty="0" smtClean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Text Box 123">
            <a:extLst>
              <a:ext uri="{FF2B5EF4-FFF2-40B4-BE49-F238E27FC236}">
                <a16:creationId xmlns:a16="http://schemas.microsoft.com/office/drawing/2014/main" id="{6A743CFB-1E9E-4A37-B8A4-46DF96244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992849"/>
            <a:ext cx="219456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7137" tIns="137137" rIns="137137" bIns="137137" anchor="ctr" anchorCtr="0"/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en-US" sz="3200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6" name="Text Box 189">
            <a:extLst>
              <a:ext uri="{FF2B5EF4-FFF2-40B4-BE49-F238E27FC236}">
                <a16:creationId xmlns:a16="http://schemas.microsoft.com/office/drawing/2014/main" id="{11F7D1A5-5B97-4211-B387-ABCDF3624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17" y="3003098"/>
            <a:ext cx="8712155" cy="504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/>
            <a:endParaRPr lang="ru-RU" sz="2800" dirty="0" smtClean="0">
              <a:latin typeface="Calibri" pitchFamily="34" charset="0"/>
            </a:endParaRPr>
          </a:p>
          <a:p>
            <a:pPr fontAlgn="base"/>
            <a:endParaRPr lang="ru-RU" sz="2800" dirty="0" smtClean="0">
              <a:latin typeface="Calibri" pitchFamily="34" charset="0"/>
            </a:endParaRPr>
          </a:p>
          <a:p>
            <a:pPr fontAlgn="base"/>
            <a:endParaRPr lang="ru-RU" sz="2800" dirty="0" smtClean="0">
              <a:latin typeface="Calibri" pitchFamily="34" charset="0"/>
            </a:endParaRPr>
          </a:p>
          <a:p>
            <a:pPr fontAlgn="base"/>
            <a:endParaRPr lang="ru-RU" sz="2800" dirty="0" smtClean="0">
              <a:latin typeface="Calibri" pitchFamily="34" charset="0"/>
            </a:endParaRPr>
          </a:p>
          <a:p>
            <a:pPr fontAlgn="base"/>
            <a:endParaRPr lang="ru-RU" sz="2800" dirty="0" smtClean="0">
              <a:latin typeface="Calibri" pitchFamily="34" charset="0"/>
            </a:endParaRPr>
          </a:p>
          <a:p>
            <a:pPr fontAlgn="base"/>
            <a:endParaRPr lang="ru-RU" sz="2800" dirty="0" smtClean="0">
              <a:latin typeface="Calibri" pitchFamily="34" charset="0"/>
            </a:endParaRPr>
          </a:p>
          <a:p>
            <a:pPr fontAlgn="base"/>
            <a:endParaRPr lang="ru-RU" sz="2800" dirty="0" smtClean="0">
              <a:latin typeface="Calibri" pitchFamily="34" charset="0"/>
            </a:endParaRPr>
          </a:p>
          <a:p>
            <a:pPr fontAlgn="base"/>
            <a:endParaRPr lang="ru-RU" sz="2800" dirty="0">
              <a:latin typeface="Calibri" pitchFamily="34" charset="0"/>
            </a:endParaRPr>
          </a:p>
          <a:p>
            <a:pPr fontAlgn="base"/>
            <a:endParaRPr lang="ru-RU" sz="2800" dirty="0" smtClean="0">
              <a:latin typeface="Calibri" pitchFamily="34" charset="0"/>
            </a:endParaRPr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CB2C2354-633D-47D3-B137-9150FDE14086}"/>
              </a:ext>
            </a:extLst>
          </p:cNvPr>
          <p:cNvSpPr/>
          <p:nvPr/>
        </p:nvSpPr>
        <p:spPr>
          <a:xfrm>
            <a:off x="658417" y="3016074"/>
            <a:ext cx="8712155" cy="64287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ru-RU" sz="4400" b="1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Введение</a:t>
            </a:r>
            <a:endParaRPr lang="en-US" sz="4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Rectangle 32">
            <a:extLst>
              <a:ext uri="{FF2B5EF4-FFF2-40B4-BE49-F238E27FC236}">
                <a16:creationId xmlns:a16="http://schemas.microsoft.com/office/drawing/2014/main" id="{78775A09-A1F2-49EB-AD22-D11B71E242C3}"/>
              </a:ext>
            </a:extLst>
          </p:cNvPr>
          <p:cNvSpPr/>
          <p:nvPr/>
        </p:nvSpPr>
        <p:spPr>
          <a:xfrm>
            <a:off x="9636090" y="2884293"/>
            <a:ext cx="10842171" cy="76199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ru-RU" sz="4400" b="1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Экраны </a:t>
            </a:r>
            <a:endParaRPr lang="en-US" sz="4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Text Box 192">
            <a:extLst>
              <a:ext uri="{FF2B5EF4-FFF2-40B4-BE49-F238E27FC236}">
                <a16:creationId xmlns:a16="http://schemas.microsoft.com/office/drawing/2014/main" id="{C4B62EBF-5332-4681-BF63-2804CB57A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057" y="9070603"/>
            <a:ext cx="8736516" cy="420791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</p:txBody>
      </p:sp>
      <p:sp>
        <p:nvSpPr>
          <p:cNvPr id="10" name="Rectangle 33">
            <a:extLst>
              <a:ext uri="{FF2B5EF4-FFF2-40B4-BE49-F238E27FC236}">
                <a16:creationId xmlns:a16="http://schemas.microsoft.com/office/drawing/2014/main" id="{EEF9C951-5CC4-4D89-B2DB-879D46887ACF}"/>
              </a:ext>
            </a:extLst>
          </p:cNvPr>
          <p:cNvSpPr/>
          <p:nvPr/>
        </p:nvSpPr>
        <p:spPr>
          <a:xfrm>
            <a:off x="664846" y="8193504"/>
            <a:ext cx="8746582" cy="73949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ru-RU" sz="4400" b="1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ЦЕЛЬ ПРОЕКТА</a:t>
            </a:r>
            <a:endParaRPr lang="en-US" sz="4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 Box 193">
            <a:extLst>
              <a:ext uri="{FF2B5EF4-FFF2-40B4-BE49-F238E27FC236}">
                <a16:creationId xmlns:a16="http://schemas.microsoft.com/office/drawing/2014/main" id="{5C20D65C-5B59-470C-B40D-FF95562C4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7336" y="8828773"/>
            <a:ext cx="9073687" cy="493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>
              <a:latin typeface="Calibri" pitchFamily="34" charset="0"/>
            </a:endParaRPr>
          </a:p>
        </p:txBody>
      </p:sp>
      <p:sp>
        <p:nvSpPr>
          <p:cNvPr id="12" name="Rectangle 35">
            <a:extLst>
              <a:ext uri="{FF2B5EF4-FFF2-40B4-BE49-F238E27FC236}">
                <a16:creationId xmlns:a16="http://schemas.microsoft.com/office/drawing/2014/main" id="{8FCD4683-9727-47D2-BD5C-12B5716C6F4F}"/>
              </a:ext>
            </a:extLst>
          </p:cNvPr>
          <p:cNvSpPr/>
          <p:nvPr/>
        </p:nvSpPr>
        <p:spPr>
          <a:xfrm>
            <a:off x="20702983" y="8135183"/>
            <a:ext cx="9002392" cy="72779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ru-RU" sz="4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Заключение</a:t>
            </a:r>
            <a:endParaRPr lang="en-US" sz="4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Text Box 190">
            <a:extLst>
              <a:ext uri="{FF2B5EF4-FFF2-40B4-BE49-F238E27FC236}">
                <a16:creationId xmlns:a16="http://schemas.microsoft.com/office/drawing/2014/main" id="{966CBD5F-D43E-4D47-8201-566218C55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7302" y="3823236"/>
            <a:ext cx="10842172" cy="14947623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ru-RU" sz="2800" dirty="0" smtClean="0">
              <a:latin typeface="Calibri" pitchFamily="34" charset="0"/>
            </a:endParaRPr>
          </a:p>
          <a:p>
            <a:endParaRPr lang="en-US" sz="2800" dirty="0">
              <a:latin typeface="Calibri" pitchFamily="34" charset="0"/>
            </a:endParaRPr>
          </a:p>
        </p:txBody>
      </p:sp>
      <p:sp>
        <p:nvSpPr>
          <p:cNvPr id="16" name="Text Box 193">
            <a:extLst>
              <a:ext uri="{FF2B5EF4-FFF2-40B4-BE49-F238E27FC236}">
                <a16:creationId xmlns:a16="http://schemas.microsoft.com/office/drawing/2014/main" id="{5C20D65C-5B59-470C-B40D-FF95562C4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8739" y="14936625"/>
            <a:ext cx="8964000" cy="280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>
              <a:latin typeface="Calibri" pitchFamily="34" charset="0"/>
            </a:endParaRPr>
          </a:p>
        </p:txBody>
      </p:sp>
      <p:sp>
        <p:nvSpPr>
          <p:cNvPr id="17" name="Rectangle 35">
            <a:extLst>
              <a:ext uri="{FF2B5EF4-FFF2-40B4-BE49-F238E27FC236}">
                <a16:creationId xmlns:a16="http://schemas.microsoft.com/office/drawing/2014/main" id="{8FCD4683-9727-47D2-BD5C-12B5716C6F4F}"/>
              </a:ext>
            </a:extLst>
          </p:cNvPr>
          <p:cNvSpPr/>
          <p:nvPr/>
        </p:nvSpPr>
        <p:spPr>
          <a:xfrm>
            <a:off x="20667336" y="14038792"/>
            <a:ext cx="9002392" cy="72779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ru-RU" sz="4400" b="1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Список литературы</a:t>
            </a:r>
            <a:endParaRPr lang="en-US" sz="4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" name="Text Box 193">
            <a:extLst>
              <a:ext uri="{FF2B5EF4-FFF2-40B4-BE49-F238E27FC236}">
                <a16:creationId xmlns:a16="http://schemas.microsoft.com/office/drawing/2014/main" id="{5C20D65C-5B59-470C-B40D-FF95562C4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38631" y="3721268"/>
            <a:ext cx="9002392" cy="415493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 smtClean="0">
              <a:latin typeface="Calibri" pitchFamily="34" charset="0"/>
            </a:endParaRPr>
          </a:p>
          <a:p>
            <a:pPr eaLnBrk="1" hangingPunct="1"/>
            <a:endParaRPr lang="ru-RU" sz="2800" dirty="0">
              <a:latin typeface="Calibri" pitchFamily="34" charset="0"/>
            </a:endParaRPr>
          </a:p>
        </p:txBody>
      </p:sp>
      <p:sp>
        <p:nvSpPr>
          <p:cNvPr id="19" name="Rectangle 35">
            <a:extLst>
              <a:ext uri="{FF2B5EF4-FFF2-40B4-BE49-F238E27FC236}">
                <a16:creationId xmlns:a16="http://schemas.microsoft.com/office/drawing/2014/main" id="{8FCD4683-9727-47D2-BD5C-12B5716C6F4F}"/>
              </a:ext>
            </a:extLst>
          </p:cNvPr>
          <p:cNvSpPr/>
          <p:nvPr/>
        </p:nvSpPr>
        <p:spPr>
          <a:xfrm>
            <a:off x="20738631" y="2993475"/>
            <a:ext cx="9002392" cy="72779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ru-RU" sz="4400" b="1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Результаты</a:t>
            </a:r>
            <a:endParaRPr lang="en-US" sz="4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Text Box 193">
            <a:extLst>
              <a:ext uri="{FF2B5EF4-FFF2-40B4-BE49-F238E27FC236}">
                <a16:creationId xmlns:a16="http://schemas.microsoft.com/office/drawing/2014/main" id="{5C20D65C-5B59-470C-B40D-FF95562C4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07" y="15165443"/>
            <a:ext cx="8696997" cy="150805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4000" dirty="0">
                <a:latin typeface="Calibri" pitchFamily="34" charset="0"/>
              </a:rPr>
              <a:t> </a:t>
            </a:r>
            <a:r>
              <a:rPr lang="ru-RU" sz="4000" dirty="0" smtClean="0">
                <a:latin typeface="Calibri" pitchFamily="34" charset="0"/>
              </a:rPr>
              <a:t> </a:t>
            </a:r>
            <a:r>
              <a:rPr lang="ru-RU" sz="4000" dirty="0" smtClean="0">
                <a:latin typeface="Calibri" pitchFamily="34" charset="0"/>
              </a:rPr>
              <a:t>1</a:t>
            </a:r>
            <a:r>
              <a:rPr lang="en-US" sz="4000" dirty="0" smtClean="0">
                <a:latin typeface="Calibri" pitchFamily="34" charset="0"/>
              </a:rPr>
              <a:t>.</a:t>
            </a:r>
            <a:r>
              <a:rPr lang="ru-RU" sz="4000" dirty="0" smtClean="0">
                <a:latin typeface="Calibri" pitchFamily="34" charset="0"/>
              </a:rPr>
              <a:t>студенты слушают лекции</a:t>
            </a:r>
            <a:r>
              <a:rPr lang="en-US" sz="4000" dirty="0" smtClean="0">
                <a:latin typeface="Calibri" pitchFamily="34" charset="0"/>
              </a:rPr>
              <a:t>,</a:t>
            </a:r>
            <a:r>
              <a:rPr lang="ru-RU" sz="4000" dirty="0" smtClean="0">
                <a:latin typeface="Calibri" pitchFamily="34" charset="0"/>
              </a:rPr>
              <a:t>читают методички</a:t>
            </a:r>
            <a:r>
              <a:rPr lang="en-US" sz="4000" dirty="0" smtClean="0">
                <a:latin typeface="Calibri" pitchFamily="34" charset="0"/>
              </a:rPr>
              <a:t>,</a:t>
            </a:r>
            <a:r>
              <a:rPr lang="ru-RU" sz="4000" dirty="0" smtClean="0">
                <a:latin typeface="Calibri" pitchFamily="34" charset="0"/>
              </a:rPr>
              <a:t>ведут список дедлайнов</a:t>
            </a:r>
            <a:r>
              <a:rPr lang="en-US" sz="4000" dirty="0" smtClean="0">
                <a:latin typeface="Calibri" pitchFamily="34" charset="0"/>
              </a:rPr>
              <a:t>.</a:t>
            </a:r>
            <a:endParaRPr lang="ru-RU" sz="4000" dirty="0" smtClean="0">
              <a:latin typeface="Calibri" pitchFamily="34" charset="0"/>
            </a:endParaRPr>
          </a:p>
        </p:txBody>
      </p:sp>
      <p:sp>
        <p:nvSpPr>
          <p:cNvPr id="21" name="Rectangle 35">
            <a:extLst>
              <a:ext uri="{FF2B5EF4-FFF2-40B4-BE49-F238E27FC236}">
                <a16:creationId xmlns:a16="http://schemas.microsoft.com/office/drawing/2014/main" id="{8FCD4683-9727-47D2-BD5C-12B5716C6F4F}"/>
              </a:ext>
            </a:extLst>
          </p:cNvPr>
          <p:cNvSpPr/>
          <p:nvPr/>
        </p:nvSpPr>
        <p:spPr>
          <a:xfrm>
            <a:off x="363899" y="13529253"/>
            <a:ext cx="8702254" cy="91972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ru-RU" sz="4400" b="1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АУДИТОРИЯ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4662" y="487238"/>
            <a:ext cx="2590907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>
                <a:solidFill>
                  <a:schemeClr val="accent1">
                    <a:lumMod val="75000"/>
                  </a:schemeClr>
                </a:solidFill>
              </a:rPr>
              <a:t>Петров авдей антонович</a:t>
            </a:r>
            <a:endParaRPr lang="en-US" sz="4400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ru-RU" sz="4400" dirty="0" smtClean="0">
                <a:solidFill>
                  <a:schemeClr val="accent1">
                    <a:lumMod val="75000"/>
                  </a:schemeClr>
                </a:solidFill>
              </a:rPr>
              <a:t>Гутов павел александрович</a:t>
            </a:r>
            <a:endParaRPr lang="ru-RU" sz="4400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ru-RU" sz="4400" dirty="0" smtClean="0">
                <a:solidFill>
                  <a:schemeClr val="accent1">
                    <a:lumMod val="75000"/>
                  </a:schemeClr>
                </a:solidFill>
              </a:rPr>
              <a:t>Матвеева А. А., педагог дополнительного образования</a:t>
            </a:r>
            <a:endParaRPr lang="ru-RU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056803" y="20264985"/>
            <a:ext cx="27747310" cy="1594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993300"/>
                </a:solidFill>
              </a:rPr>
              <a:t>Контакты: 8</a:t>
            </a:r>
            <a:r>
              <a:rPr lang="en-US" dirty="0" smtClean="0">
                <a:solidFill>
                  <a:srgbClr val="993300"/>
                </a:solidFill>
              </a:rPr>
              <a:t>-(</a:t>
            </a:r>
            <a:r>
              <a:rPr lang="ru-RU" dirty="0" smtClean="0">
                <a:solidFill>
                  <a:srgbClr val="993300"/>
                </a:solidFill>
              </a:rPr>
              <a:t>983</a:t>
            </a:r>
            <a:r>
              <a:rPr lang="en-US" dirty="0" smtClean="0">
                <a:solidFill>
                  <a:srgbClr val="993300"/>
                </a:solidFill>
              </a:rPr>
              <a:t>)-</a:t>
            </a:r>
            <a:r>
              <a:rPr lang="ru-RU" dirty="0" smtClean="0">
                <a:solidFill>
                  <a:srgbClr val="993300"/>
                </a:solidFill>
              </a:rPr>
              <a:t>175</a:t>
            </a:r>
            <a:r>
              <a:rPr lang="en-US" dirty="0" smtClean="0">
                <a:solidFill>
                  <a:srgbClr val="993300"/>
                </a:solidFill>
              </a:rPr>
              <a:t>-</a:t>
            </a:r>
            <a:r>
              <a:rPr lang="ru-RU" dirty="0" smtClean="0">
                <a:solidFill>
                  <a:srgbClr val="993300"/>
                </a:solidFill>
              </a:rPr>
              <a:t>37</a:t>
            </a:r>
            <a:r>
              <a:rPr lang="en-US" dirty="0" smtClean="0">
                <a:solidFill>
                  <a:srgbClr val="993300"/>
                </a:solidFill>
              </a:rPr>
              <a:t>-</a:t>
            </a:r>
            <a:r>
              <a:rPr lang="ru-RU" dirty="0" smtClean="0">
                <a:solidFill>
                  <a:srgbClr val="993300"/>
                </a:solidFill>
              </a:rPr>
              <a:t>08,</a:t>
            </a:r>
            <a:r>
              <a:rPr lang="en-US" dirty="0" smtClean="0">
                <a:solidFill>
                  <a:srgbClr val="993300"/>
                </a:solidFill>
              </a:rPr>
              <a:t> amatveeva946@gmail.com</a:t>
            </a:r>
            <a:endParaRPr lang="ru-RU" dirty="0" smtClean="0">
              <a:solidFill>
                <a:srgbClr val="993300"/>
              </a:solidFill>
            </a:endParaRPr>
          </a:p>
          <a:p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24" name="Picture 2" descr="Федеральная сеть детских технопарков | Кванториум | Липецк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1" r="13959" b="14122"/>
          <a:stretch/>
        </p:blipFill>
        <p:spPr bwMode="auto">
          <a:xfrm>
            <a:off x="819807" y="236637"/>
            <a:ext cx="2781300" cy="2629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38477" y="3988059"/>
            <a:ext cx="819931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Ваш личный плеер, удобный просмотрщик текстов и список дел в одном приложении. Минимум лишнего — максимум функциональности для тех, кто ценит свой комфорт и время</a:t>
            </a:r>
            <a:endParaRPr lang="ru-RU" sz="4000" dirty="0" smtClean="0"/>
          </a:p>
        </p:txBody>
      </p:sp>
      <p:sp>
        <p:nvSpPr>
          <p:cNvPr id="29" name="TextBox 28"/>
          <p:cNvSpPr txBox="1"/>
          <p:nvPr/>
        </p:nvSpPr>
        <p:spPr>
          <a:xfrm>
            <a:off x="21358284" y="3945513"/>
            <a:ext cx="184731" cy="8436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20935255" y="3945513"/>
            <a:ext cx="184731" cy="8436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31" name="TextBox 30"/>
          <p:cNvSpPr txBox="1"/>
          <p:nvPr/>
        </p:nvSpPr>
        <p:spPr>
          <a:xfrm>
            <a:off x="21030623" y="8966027"/>
            <a:ext cx="84795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smtClean="0"/>
              <a:t>В итоге получилось хорошее интерактивное приложение</a:t>
            </a:r>
            <a:r>
              <a:rPr lang="en-US" sz="4000" dirty="0" smtClean="0"/>
              <a:t> </a:t>
            </a:r>
            <a:r>
              <a:rPr lang="ru-RU" sz="4000" dirty="0" smtClean="0"/>
              <a:t>в среде </a:t>
            </a:r>
            <a:r>
              <a:rPr lang="en-US" sz="4000" dirty="0" smtClean="0"/>
              <a:t>MIT APP </a:t>
            </a:r>
            <a:r>
              <a:rPr lang="ru-RU" sz="4000" dirty="0" smtClean="0"/>
              <a:t>для обучения и прокачки знаний. Выполнены все поставленные задачи.  </a:t>
            </a:r>
          </a:p>
          <a:p>
            <a:r>
              <a:rPr lang="ru-RU" sz="4000" dirty="0" smtClean="0"/>
              <a:t>Проект создан в образовательных целях.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059" y="8933001"/>
            <a:ext cx="8660086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dirty="0" smtClean="0"/>
              <a:t>разработать </a:t>
            </a:r>
            <a:r>
              <a:rPr lang="ru-RU" sz="3800" dirty="0"/>
              <a:t>универсальный инструмент для управления личными знаниями и временем. Мы стремимся создать экосистему, где звук, текст и задачи дополняют друг друга, помогая пользователю сохранять фокус и продуктивность в течение дня</a:t>
            </a:r>
            <a:r>
              <a:rPr lang="en-US" sz="4000" dirty="0" smtClean="0"/>
              <a:t>.</a:t>
            </a:r>
            <a:endParaRPr lang="ru-RU" sz="4000" dirty="0"/>
          </a:p>
        </p:txBody>
      </p:sp>
      <p:sp>
        <p:nvSpPr>
          <p:cNvPr id="33" name="TextBox 32"/>
          <p:cNvSpPr txBox="1"/>
          <p:nvPr/>
        </p:nvSpPr>
        <p:spPr>
          <a:xfrm>
            <a:off x="20977269" y="14946946"/>
            <a:ext cx="882684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00B0F0"/>
                </a:solidFill>
                <a:hlinkClick r:id="rId3"/>
              </a:rPr>
              <a:t>https</a:t>
            </a:r>
            <a:r>
              <a:rPr lang="en-US" sz="4000" dirty="0">
                <a:solidFill>
                  <a:srgbClr val="00B0F0"/>
                </a:solidFill>
                <a:hlinkClick r:id="rId3"/>
              </a:rPr>
              <a:t>://</a:t>
            </a:r>
            <a:r>
              <a:rPr lang="en-US" sz="4000" dirty="0" smtClean="0">
                <a:solidFill>
                  <a:srgbClr val="00B0F0"/>
                </a:solidFill>
                <a:hlinkClick r:id="rId3"/>
              </a:rPr>
              <a:t>ai2.appinventor.mit.edu</a:t>
            </a:r>
            <a:r>
              <a:rPr lang="ru-RU" sz="4000" dirty="0" smtClean="0">
                <a:solidFill>
                  <a:srgbClr val="00B0F0"/>
                </a:solidFill>
              </a:rPr>
              <a:t>  - среда разработки.</a:t>
            </a:r>
            <a:endParaRPr lang="ru-RU" sz="4000" dirty="0">
              <a:solidFill>
                <a:srgbClr val="00B0F0"/>
              </a:solidFill>
            </a:endParaRPr>
          </a:p>
          <a:p>
            <a:r>
              <a:rPr lang="en-US" sz="4000" dirty="0">
                <a:solidFill>
                  <a:srgbClr val="00B0F0"/>
                </a:solidFill>
                <a:hlinkClick r:id="rId4"/>
              </a:rPr>
              <a:t>https://</a:t>
            </a:r>
            <a:r>
              <a:rPr lang="en-US" sz="4000" dirty="0" smtClean="0">
                <a:solidFill>
                  <a:srgbClr val="00B0F0"/>
                </a:solidFill>
                <a:hlinkClick r:id="rId4"/>
              </a:rPr>
              <a:t>ru.freepik.com</a:t>
            </a:r>
            <a:r>
              <a:rPr lang="en-US" sz="4000" dirty="0" smtClean="0">
                <a:solidFill>
                  <a:srgbClr val="00B0F0"/>
                </a:solidFill>
              </a:rPr>
              <a:t>  -  </a:t>
            </a:r>
            <a:r>
              <a:rPr lang="ru-RU" sz="4000" dirty="0" smtClean="0">
                <a:solidFill>
                  <a:srgbClr val="00B0F0"/>
                </a:solidFill>
              </a:rPr>
              <a:t>сайт для скачивания изображения.</a:t>
            </a:r>
          </a:p>
          <a:p>
            <a:endParaRPr lang="en-US" sz="4000" dirty="0" smtClean="0">
              <a:solidFill>
                <a:srgbClr val="00B0F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030623" y="17243035"/>
            <a:ext cx="2797879" cy="1104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056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573</TotalTime>
  <Words>159</Words>
  <Application>Microsoft Office PowerPoint</Application>
  <PresentationFormat>Произвольный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Wingdings 2</vt:lpstr>
      <vt:lpstr>HDOfficeLightV0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Yulya Baklanova</dc:creator>
  <cp:lastModifiedBy>IT квантум</cp:lastModifiedBy>
  <cp:revision>55</cp:revision>
  <dcterms:created xsi:type="dcterms:W3CDTF">2017-10-02T13:44:20Z</dcterms:created>
  <dcterms:modified xsi:type="dcterms:W3CDTF">2026-05-04T02:27:35Z</dcterms:modified>
</cp:coreProperties>
</file>